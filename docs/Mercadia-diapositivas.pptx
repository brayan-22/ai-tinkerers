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comprador pide en el Slack de su equipo: "necesito 200 botellas de agua para el viernes, máximo $1.500". El agente le escribe a cada proveedor a su celular por Telegram, en texto libre. El proveedor contesta como le contesta a cualquier cliente, sin instalar nada. El agente convierte eso en cotizaciones, regatea, compara precio contra plazo y vuelve al hilo con la mejor y un botón. Al aprobar: escrow, firma de las dos partes y el acta anclada en Base Sepolia. Eso es lo que no cabe en un chatbox: estar en dos lugares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Hexagonal, y un test lo verifica: el dominio (rfq, negociación, guardián, libro, acta) no importa infraestructura. Los adaptadores tocan el mundo: Slack, Telegram, correo, Exa, SQLite, Base Sepolia. El puerto de aprobación es el mismo en los tres canales: empezó como correo y hoy es un botón en Slack, y el dominio nunca se enteró.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7C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TINKERERS BOGOTÁ  ·  AGENTS, EVERYWHERE  ·  12 SEP 2026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Mercadia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395728"/>
            <a:ext cx="1005840" cy="0"/>
          </a:xfrm>
          <a:prstGeom prst="line">
            <a:avLst/>
          </a:prstGeom>
          <a:noFill/>
          <a:ln w="31750">
            <a:solidFill>
              <a:srgbClr val="B240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786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4C4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agente de compras que vive en la costura entre dos lugares.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Pides en Slack. </a:t>
            </a:r>
            <a:pPr indent="0" marL="0">
              <a:buNone/>
            </a:pPr>
            <a:r>
              <a:rPr lang="en-US" sz="1200" dirty="0">
                <a:solidFill>
                  <a:srgbClr val="4C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negocia con proveedores reales por Telegram, compara, descarta con razones y cierra con dos firmas.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GLUDSITO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32120" y="548640"/>
            <a:ext cx="31546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pic>
        <p:nvPicPr>
          <p:cNvPr id="9" name="Image 0" descr="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731520"/>
            <a:ext cx="2788920" cy="2788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3794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C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mercadia.space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32120" y="42793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ESCANEA Y ENTRA AL MERCADO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B2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HECHO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C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46320" y="56692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C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puro en el centro. Slack, Telegram, SQLite y Base Sepolia en los bordes. El guardián es determinista: el modelo negocia, nunca decide si se mueve la plata.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Pega aquí el diagrama de arquitectura  ·  borra este texto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727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MERCADIA.SPACE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C76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TINKERERS BOGOTÁ  ·  EQUIPO GLUDSITO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Mercadia</dc:title>
  <dc:subject>PptxGenJS Presentation</dc:subject>
  <dc:creator>Equipo Gludsito</dc:creator>
  <cp:lastModifiedBy>Equipo Gludsito</cp:lastModifiedBy>
  <cp:revision>1</cp:revision>
  <dcterms:created xsi:type="dcterms:W3CDTF">2026-09-12T19:25:07Z</dcterms:created>
  <dcterms:modified xsi:type="dcterms:W3CDTF">2026-09-12T19:25:07Z</dcterms:modified>
</cp:coreProperties>
</file>